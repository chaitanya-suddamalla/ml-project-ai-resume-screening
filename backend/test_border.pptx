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19050">
                      <a:solidFill>
                        <a:srgbClr val="000000"/>
                      </a:solidFill>
                    </a:lnL>
                    <a:lnR w="19050">
                      <a:solidFill>
                        <a:srgbClr val="000000"/>
                      </a:solidFill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